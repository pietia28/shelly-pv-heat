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STEROWNIK POWER-TO-HEAT · SHELLY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grzałkami z nadwyżki PV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pompa obiegowa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Nadwyżka fotowoltaiki grzeje bufor i CWU — w całości na Shelly, bez chmury i Home Assistanta.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Układ power-to-heat na Shelly: nadwyżka fotowoltaiki grzeje bufor przez stopnie grzałek, a pompa obiegowa przepompowuje ciepło do zasobników CWU. Całość steruje jeden skrypt na Shelly 1PM Gen4.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475488" cy="475488"/>
          </a:xfrm>
          <a:prstGeom prst="ellipse">
            <a:avLst/>
          </a:prstGeom>
          <a:solidFill>
            <a:srgbClr val="FBEE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2918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14553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Grzanie z nadwyżki PV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340614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Stopnie 2 kW dokładane dynamicznie z eksportu mierzonego przez Pro 3EM — nigdy nie pobiera z sieci.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831336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410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379476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Różnicówka pompy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07008" y="4055364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Ciepło bufor→CWU z histerezą 10/6 °C i limitem anty-oparzeniowym.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02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444398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pełni lokalnie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07008" y="470458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na urządzeniu — bez scen w chmurze, bez Modbusa, bez Home Assistanta.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129784"/>
            <a:ext cx="475488" cy="475488"/>
          </a:xfrm>
          <a:prstGeom prst="ellipse">
            <a:avLst/>
          </a:prstGeom>
          <a:solidFill>
            <a:srgbClr val="FBEE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23951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07008" y="509320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Warstwy bezpieczeństwa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07008" y="5353812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bufora, watchdog grzałek, fail-safe pomiaru, filtr błędu 85 °C.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5779008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88873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574243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Elastyczna konfiguracja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207008" y="6003036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Rozmieszczenie czujników w jednym bloku — podział między urządzenia zmienia flaga.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704088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040880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040880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3EM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nadwyżka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613648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613648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Moduł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CWU 2/3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0195560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10195560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 + CWU 1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lokalnie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772400" y="3127248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1720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772400" y="31272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· 1PM Gen4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skrypt / logika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54380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54380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Pompa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lokalnie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78408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BEEE5"/>
          </a:solidFill>
          <a:ln w="12700">
            <a:solidFill>
              <a:srgbClr val="CF5A1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978408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Pro 3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grzałki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749540" y="2706624"/>
            <a:ext cx="800100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9322308" y="2706624"/>
            <a:ext cx="4572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10904220" y="2706624"/>
            <a:ext cx="-800100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8686800" y="3749040"/>
            <a:ext cx="-342900" cy="365760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9966960" y="3749040"/>
            <a:ext cx="617220" cy="365760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5" name="Text 38"/>
          <p:cNvSpPr/>
          <p:nvPr/>
        </p:nvSpPr>
        <p:spPr>
          <a:xfrm>
            <a:off x="704088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ZESTAW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7040880" y="5175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Shelly 1PM Gen4 + Add-on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moduł pomiarowy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7040880" y="5504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Pro 3EM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 nadwyżki (3× CT)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7040880" y="5833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Shelly Pro 3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grzałki — 9× 2 kW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7040880" y="6163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DS18B20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bufor + 3× CWU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48640" y="652881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Sterownik power-to-heat na Shelly · dokumentacja i skrypt: repozytorium GitHub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POWER-TO-HEAT CONTROLLER · SHELLY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PV-surplus heater control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circulation pump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solar heats the buffer and DHW — entirely on Shelly, no cloud, no Home Assistant.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Shelly power-to-heat system: PV surplus heats a buffer via staged electric heaters, and a circulation pump moves heat into DHW cylinders. One script on a Shelly 1PM Gen4 runs it all.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5292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475488" cy="475488"/>
          </a:xfrm>
          <a:prstGeom prst="ellipse">
            <a:avLst/>
          </a:prstGeom>
          <a:solidFill>
            <a:srgbClr val="FBEE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2918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145536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PV-surplus heating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3406140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kW stages added dynamically from export measured by the Pro 3EM — never imports.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831336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410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379476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pump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07008" y="4055364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heat buffer→DHW with 10/6 °C hysteresis and an anti-scald limit.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480560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59028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4443984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07008" y="470458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script — no cloud scenes, no Modbus, no Home Assistant.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129784"/>
            <a:ext cx="475488" cy="475488"/>
          </a:xfrm>
          <a:prstGeom prst="ellipse">
            <a:avLst/>
          </a:prstGeom>
          <a:solidFill>
            <a:srgbClr val="FBEE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23951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07008" y="509320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207008" y="5353812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cutoff, heater watchdog, measurement fail-safe, 85 °C sensor-error filter.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5779008"/>
            <a:ext cx="475488" cy="475488"/>
          </a:xfrm>
          <a:prstGeom prst="ellipse">
            <a:avLst/>
          </a:prstGeom>
          <a:solidFill>
            <a:srgbClr val="E6F3F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88873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07008" y="5742432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configuration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207008" y="6003036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placement in a single block — rebalance across devices with a flag.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7040880" y="1828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7A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040880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040880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3EM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613648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8613648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DHW 2/3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0195560" y="213969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10195560" y="213969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+ DHW 1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772400" y="3127248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17202E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7772400" y="31272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· 1PM Gen4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/ logic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54380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E6F3F4"/>
          </a:solidFill>
          <a:ln w="12700">
            <a:solidFill>
              <a:srgbClr val="0F7A8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54380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784080" y="411480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FBEEE5"/>
          </a:solidFill>
          <a:ln w="12700">
            <a:solidFill>
              <a:srgbClr val="CF5A1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9784080" y="411480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Pro 3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7749540" y="2706624"/>
            <a:ext cx="800100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1" name="Shape 34"/>
          <p:cNvSpPr/>
          <p:nvPr/>
        </p:nvSpPr>
        <p:spPr>
          <a:xfrm>
            <a:off x="9322308" y="2706624"/>
            <a:ext cx="4572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10904220" y="2706624"/>
            <a:ext cx="-800100" cy="420624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8686800" y="3749040"/>
            <a:ext cx="-342900" cy="365760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9966960" y="3749040"/>
            <a:ext cx="617220" cy="365760"/>
          </a:xfrm>
          <a:prstGeom prst="line">
            <a:avLst/>
          </a:prstGeom>
          <a:noFill/>
          <a:ln w="19050">
            <a:solidFill>
              <a:srgbClr val="9AA4AE"/>
            </a:solidFill>
            <a:prstDash val="solid"/>
            <a:tailEnd type="triangle"/>
          </a:ln>
        </p:spPr>
      </p:sp>
      <p:sp>
        <p:nvSpPr>
          <p:cNvPr id="45" name="Text 38"/>
          <p:cNvSpPr/>
          <p:nvPr/>
        </p:nvSpPr>
        <p:spPr>
          <a:xfrm>
            <a:off x="704088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50" dirty="0"/>
          </a:p>
        </p:txBody>
      </p:sp>
      <p:sp>
        <p:nvSpPr>
          <p:cNvPr id="46" name="Text 39"/>
          <p:cNvSpPr/>
          <p:nvPr/>
        </p:nvSpPr>
        <p:spPr>
          <a:xfrm>
            <a:off x="7040880" y="51755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Shelly 1PM Gen4 + Add-on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+ measurement module</a:t>
            </a:r>
            <a:endParaRPr lang="en-US" sz="1050" dirty="0"/>
          </a:p>
        </p:txBody>
      </p:sp>
      <p:sp>
        <p:nvSpPr>
          <p:cNvPr id="47" name="Text 40"/>
          <p:cNvSpPr/>
          <p:nvPr/>
        </p:nvSpPr>
        <p:spPr>
          <a:xfrm>
            <a:off x="7040880" y="55046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Pro 3EM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metering (3× CT)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7040880" y="5833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Shelly Pro 3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heaters — 9× 2 kW</a:t>
            </a:r>
            <a:endParaRPr lang="en-US" sz="1050" dirty="0"/>
          </a:p>
        </p:txBody>
      </p:sp>
      <p:sp>
        <p:nvSpPr>
          <p:cNvPr id="49" name="Text 42"/>
          <p:cNvSpPr/>
          <p:nvPr/>
        </p:nvSpPr>
        <p:spPr>
          <a:xfrm>
            <a:off x="7040880" y="616305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DS18B20   </a:t>
            </a:r>
            <a:pPr indent="0" marL="0">
              <a:buNone/>
            </a:pPr>
            <a:r>
              <a:rPr lang="en-US" sz="1050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+ 3× DHW</a:t>
            </a:r>
            <a:endParaRPr lang="en-US" sz="1050" dirty="0"/>
          </a:p>
        </p:txBody>
      </p:sp>
      <p:sp>
        <p:nvSpPr>
          <p:cNvPr id="50" name="Text 43"/>
          <p:cNvSpPr/>
          <p:nvPr/>
        </p:nvSpPr>
        <p:spPr>
          <a:xfrm>
            <a:off x="548640" y="652881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Shelly power-to-heat controller · docs &amp; script: GitHub repository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Shelly PV Power-to-Heat — one-pager</dc:title>
  <dc:subject>PptxGenJS Presentation</dc:subject>
  <dc:creator>Shelly PV Power-to-Heat</dc:creator>
  <cp:lastModifiedBy>Shelly PV Power-to-Heat</cp:lastModifiedBy>
  <cp:revision>1</cp:revision>
  <dcterms:created xsi:type="dcterms:W3CDTF">2026-07-02T12:40:45Z</dcterms:created>
  <dcterms:modified xsi:type="dcterms:W3CDTF">2026-07-02T12:40:45Z</dcterms:modified>
</cp:coreProperties>
</file>